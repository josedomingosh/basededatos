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860178-F053-4331-AFAB-07C1D053FE67}">
  <a:tblStyle styleId="{30860178-F053-4331-AFAB-07C1D053FE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23adf81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23adf81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2a310b9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2a310b9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e23adf81f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e23adf81f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a310b9e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2a310b9e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a310b9e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2a310b9e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e23adf81f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e23adf81f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74575" y="1122725"/>
            <a:ext cx="5722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28D3A"/>
                </a:solidFill>
              </a:rPr>
              <a:t>Sistema de control de reportes de mantenimiento escolar</a:t>
            </a:r>
            <a:endParaRPr b="1"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5053575" y="3343700"/>
            <a:ext cx="39567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28D3A"/>
                </a:solidFill>
              </a:rPr>
              <a:t>Aldo Benitez Reyes.</a:t>
            </a:r>
            <a:endParaRPr b="1" sz="1800">
              <a:solidFill>
                <a:srgbClr val="028D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28D3A"/>
                </a:solidFill>
              </a:rPr>
              <a:t>Efrain Garcia Salvador.</a:t>
            </a:r>
            <a:endParaRPr b="1" sz="1800">
              <a:solidFill>
                <a:srgbClr val="028D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28D3A"/>
                </a:solidFill>
              </a:rPr>
              <a:t>José</a:t>
            </a:r>
            <a:r>
              <a:rPr b="1" lang="es" sz="1800">
                <a:solidFill>
                  <a:srgbClr val="028D3A"/>
                </a:solidFill>
              </a:rPr>
              <a:t> Domingo Sarabia Hdz.</a:t>
            </a:r>
            <a:endParaRPr b="1" sz="1800">
              <a:solidFill>
                <a:srgbClr val="028D3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28D3A"/>
                </a:solidFill>
              </a:rPr>
              <a:t>3DSM-G1</a:t>
            </a:r>
            <a:endParaRPr b="1" sz="1800">
              <a:solidFill>
                <a:srgbClr val="028D3A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47875" y="145523"/>
            <a:ext cx="27567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dk1"/>
                </a:solidFill>
              </a:rPr>
              <a:t>Caso de Estudio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08350" y="841442"/>
            <a:ext cx="8727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El área de mantenimiento de una institución recibe reportes que se hacen verbalmente o por mensajes.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</a:t>
            </a:r>
            <a:r>
              <a:rPr lang="es" sz="1800">
                <a:solidFill>
                  <a:schemeClr val="dk1"/>
                </a:solidFill>
              </a:rPr>
              <a:t>e desea registrar al trabajador asignado.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El responsable necesita consultar reportes pendientes, fallas más comunes, áreas con más problemas y tiempo promedio de atención.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ACTORES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84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Trabajador de M</a:t>
            </a:r>
            <a:r>
              <a:rPr lang="es">
                <a:solidFill>
                  <a:schemeClr val="dk1"/>
                </a:solidFill>
              </a:rPr>
              <a:t>antenimiento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Cualquier persona de la Institución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Jefe del </a:t>
            </a:r>
            <a:r>
              <a:rPr lang="es">
                <a:solidFill>
                  <a:schemeClr val="dk1"/>
                </a:solidFill>
              </a:rPr>
              <a:t>Área</a:t>
            </a:r>
            <a:r>
              <a:rPr lang="es">
                <a:solidFill>
                  <a:schemeClr val="dk1"/>
                </a:solidFill>
              </a:rPr>
              <a:t> de Mantenimiento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919750" y="1152475"/>
            <a:ext cx="384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Para marcar el trabajo de cuando se </a:t>
            </a:r>
            <a:r>
              <a:rPr lang="es">
                <a:solidFill>
                  <a:schemeClr val="dk1"/>
                </a:solidFill>
              </a:rPr>
              <a:t>realizó</a:t>
            </a:r>
            <a:r>
              <a:rPr lang="es">
                <a:solidFill>
                  <a:schemeClr val="dk1"/>
                </a:solidFill>
              </a:rPr>
              <a:t> y sus estado con sus observaciones.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Levantar el trabajo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Obtener reportes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9" name="Google Shape;69;p15"/>
          <p:cNvCxnSpPr/>
          <p:nvPr/>
        </p:nvCxnSpPr>
        <p:spPr>
          <a:xfrm>
            <a:off x="3699425" y="1411625"/>
            <a:ext cx="989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5"/>
          <p:cNvCxnSpPr/>
          <p:nvPr/>
        </p:nvCxnSpPr>
        <p:spPr>
          <a:xfrm>
            <a:off x="3930050" y="2860675"/>
            <a:ext cx="989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5"/>
          <p:cNvCxnSpPr/>
          <p:nvPr/>
        </p:nvCxnSpPr>
        <p:spPr>
          <a:xfrm>
            <a:off x="3930050" y="4207400"/>
            <a:ext cx="989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6"/>
          <p:cNvGraphicFramePr/>
          <p:nvPr/>
        </p:nvGraphicFramePr>
        <p:xfrm>
          <a:off x="345425" y="28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{30860178-F053-4331-AFAB-07C1D053FE67}</a:tableStyleId>
              </a:tblPr>
              <a:tblGrid>
                <a:gridCol w="1233450"/>
                <a:gridCol w="1974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Trabajador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id_Trabajador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Nombre de Trabajador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Fecha que se atendio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Materiales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Observaciones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7" name="Google Shape;77;p16"/>
          <p:cNvGraphicFramePr/>
          <p:nvPr/>
        </p:nvGraphicFramePr>
        <p:xfrm>
          <a:off x="4003550" y="28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{30860178-F053-4331-AFAB-07C1D053FE67}</a:tableStyleId>
              </a:tblPr>
              <a:tblGrid>
                <a:gridCol w="1233450"/>
                <a:gridCol w="22307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Trabajo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id_Trabajo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Descripcion</a:t>
                      </a:r>
                      <a:r>
                        <a:rPr lang="es"/>
                        <a:t> de Trabajo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Area del Problema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Fecha que se Levanta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PRIORIDAD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Estado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PersonaQueLevanta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tiempo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Apartir de que el estado cambie a PROCESO inicie un contador hasta que se finalice o cancele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8" name="Google Shape;78;p16"/>
          <p:cNvGraphicFramePr/>
          <p:nvPr/>
        </p:nvGraphicFramePr>
        <p:xfrm>
          <a:off x="292513" y="28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{30860178-F053-4331-AFAB-07C1D053FE67}</a:tableStyleId>
              </a:tblPr>
              <a:tblGrid>
                <a:gridCol w="1541325"/>
                <a:gridCol w="17722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Reporte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estado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id_trabajador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id_trabajo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descripción</a:t>
                      </a:r>
                      <a:r>
                        <a:rPr lang="es"/>
                        <a:t> del </a:t>
                      </a:r>
                      <a:r>
                        <a:rPr lang="es"/>
                        <a:t>trabajo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Relaciones</a:t>
            </a:r>
            <a:endParaRPr b="1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21321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Para cada Trabajador se le pueden asignar muchos trabajos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Un trabajo solo tiene un trabajador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En cuanto a los reportes, dependiendo de su estado se obtiene Id_trabajo, id_trabajador y la descripción del trabajo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05825" y="1017725"/>
            <a:ext cx="89031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865">
                <a:solidFill>
                  <a:schemeClr val="dk1"/>
                </a:solidFill>
              </a:rPr>
              <a:t>En conclusión, el análisis realizado permitió identificar la necesidad de implementar una base de datos estructurada para el control y seguimiento de reportes de mantenimiento dentro de una institución. </a:t>
            </a:r>
            <a:endParaRPr sz="1865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s" sz="1865">
                <a:solidFill>
                  <a:schemeClr val="dk1"/>
                </a:solidFill>
              </a:rPr>
              <a:t>Con el diseño propuesto, se garantiza el registro completo de cada reporte incluyendo datos clave como el área afectada, descripción del problema, fecha de reporte, persona que reporta, prioridad y estado del reporte. </a:t>
            </a:r>
            <a:endParaRPr sz="1865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865">
                <a:solidFill>
                  <a:schemeClr val="dk1"/>
                </a:solidFill>
              </a:rPr>
              <a:t>Finalmente, esta base de datos facilitará la consulta de reportes pendientes, el análisis de fallas frecuentes, la identificación de áreas con mayor incidencia de problemas y el cálculo del tiempo promedio de atención, apoyando la toma de decisiones del responsable de mantenimiento y mejorando la eficiencia del servicio en la institución.</a:t>
            </a:r>
            <a:endParaRPr sz="1865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075" y="152400"/>
            <a:ext cx="619783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